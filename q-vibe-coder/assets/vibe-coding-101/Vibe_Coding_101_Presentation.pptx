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E7E9EA"/>
                </a:solidFill>
              </a:defRPr>
            </a:pPr>
            <a:r>
              <a:t>VIBE CODING 101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1D9BF0"/>
                </a:solidFill>
              </a:defRPr>
            </a:pPr>
            <a:r>
              <a:t>Build and Deploy Real Websites with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1767B"/>
                </a:solidFill>
              </a:defRPr>
            </a:pPr>
            <a:r>
              <a:t>Instructor: Guy Rymberg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7E9EA"/>
                </a:solidFill>
              </a:defRPr>
            </a:pPr>
            <a:r>
              <a:t>What is Vibe Coding?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Directing AI strategically through a proven process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to build real software - not random trial and error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• AI is your development partner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• You bring vision and taste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• AI brings engineering expertise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• Together: real software, deployed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7E9EA"/>
                </a:solidFill>
              </a:defRPr>
            </a:pPr>
            <a:r>
              <a:t>Common Vibe Coding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❌ Random prompting with no plan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❌ No architectural decisions upfront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❌ Building without testing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❌ Projects stuck on localhost forever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❌ Losing context across sessions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❌ Scope creep and endless tweaking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i="1">
                <a:solidFill>
                  <a:srgbClr val="1D9BF0"/>
                </a:solidFill>
              </a:defRPr>
            </a:pPr>
            <a:r>
              <a:t>"Result: Chaos, frustration, abandoned projects"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7E9EA"/>
                </a:solidFill>
              </a:defRPr>
            </a:pPr>
            <a:r>
              <a:t>The Taste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Non-coders control outcomes through: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✓ Being specific about what you want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✓ Bringing examples of things you like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✓ Asking for options, then choosing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✓ Recognizing quality when you see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i="1">
                <a:solidFill>
                  <a:srgbClr val="1D9BF0"/>
                </a:solidFill>
              </a:defRPr>
            </a:pPr>
            <a:r>
              <a:t>"Vibe coding is mostly about taste"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7E9EA"/>
                </a:solidFill>
              </a:defRPr>
            </a:pPr>
            <a:r>
              <a:t>The 6-Phase Vibe Coding 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2743200" cy="1097280"/>
          </a:xfrm>
          <a:prstGeom prst="round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E7E9EA"/>
                </a:solidFill>
              </a:defRPr>
            </a:pPr>
            <a:r>
              <a:t>1.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011680"/>
            <a:ext cx="2743200" cy="1097280"/>
          </a:xfrm>
          <a:prstGeom prst="round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E7E9EA"/>
                </a:solidFill>
              </a:defRPr>
            </a:pPr>
            <a:r>
              <a:t>2. CONSTRAINTS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2011680"/>
            <a:ext cx="2743200" cy="1097280"/>
          </a:xfrm>
          <a:prstGeom prst="round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E7E9EA"/>
                </a:solidFill>
              </a:defRPr>
            </a:pPr>
            <a:r>
              <a:t>3.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3291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1D9BF0"/>
                </a:solidFill>
              </a:defRPr>
            </a:pPr>
            <a: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840480"/>
            <a:ext cx="2743200" cy="1097280"/>
          </a:xfrm>
          <a:prstGeom prst="round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E7E9EA"/>
                </a:solidFill>
              </a:defRPr>
            </a:pPr>
            <a:r>
              <a:t>4. BUILDING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3840480"/>
            <a:ext cx="2743200" cy="1097280"/>
          </a:xfrm>
          <a:prstGeom prst="round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E7E9EA"/>
                </a:solidFill>
              </a:defRPr>
            </a:pPr>
            <a:r>
              <a:t>5. TESTING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840480"/>
            <a:ext cx="2743200" cy="1097280"/>
          </a:xfrm>
          <a:prstGeom prst="round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E7E9EA"/>
                </a:solidFill>
              </a:defRPr>
            </a:pPr>
            <a:r>
              <a:t>6.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86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1D9BF0"/>
                </a:solidFill>
              </a:defRPr>
            </a:pPr>
            <a:r>
              <a:t>"Structure turns vibe coding into a reliable skill"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7E9EA"/>
                </a:solidFill>
              </a:defRPr>
            </a:pPr>
            <a:r>
              <a:t>Phase 1: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Ask yourself: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• What are you building?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• What problem does it solve?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• Who is it for?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• What does success look like?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• What inspired you? (examples, references)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i="1">
                <a:solidFill>
                  <a:srgbClr val="1D9BF0"/>
                </a:solidFill>
              </a:defRPr>
            </a:pPr>
            <a:r>
              <a:t>"If you can't explain it, you can't build it"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7E9EA"/>
                </a:solidFill>
              </a:defRPr>
            </a:pPr>
            <a:r>
              <a:t>Phase 2: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Define your boundaries: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• Where will it run? (Web? Desktop? Mobile?)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• What's the complexity? (Simple? Multi-session?)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• What must it integrate with? (APIs? Services?)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• What is NOT included? (Scope boundary)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i="1">
                <a:solidFill>
                  <a:srgbClr val="1D9BF0"/>
                </a:solidFill>
              </a:defRPr>
            </a:pPr>
            <a:r>
              <a:t>"Constraints prevent scope creep"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7E9EA"/>
                </a:solidFill>
              </a:defRPr>
            </a:pPr>
            <a:r>
              <a:t>Phase 3: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Plan before building: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• Break project into pieces (components)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• Choose your stack (Next.js, Tailwind, etc.)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• Design data flow (what talks to what)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• Plan build sequence (what to build first)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i="1">
                <a:solidFill>
                  <a:srgbClr val="1D9BF0"/>
                </a:solidFill>
              </a:defRPr>
            </a:pPr>
            <a:r>
              <a:t>"Decide WHERE it runs before HOW it works"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7E9EA"/>
                </a:solidFill>
              </a:defRPr>
            </a:pPr>
            <a:r>
              <a:t>Phase 4: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Iterative development: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• Build in small, testable pieces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• Test as you go (does it work?)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• Commit regularly (save your work)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• Stay within scope (resist feature creep)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Watch for: "Oh, and it should also..."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Response: "Great idea - let's note that for v2"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7E9EA"/>
                </a:solidFill>
              </a:defRPr>
            </a:pPr>
            <a:r>
              <a:t>Phase 5: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Validate before deploying: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• Does it work? (Functional testing)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• Does it handle errors? (Edge cases)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• Does it look right? (Visual verification)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• Would a user understand it? (UX check)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i="1">
                <a:solidFill>
                  <a:srgbClr val="1D9BF0"/>
                </a:solidFill>
              </a:defRPr>
            </a:pPr>
            <a:r>
              <a:t>"Good enough is good enough - avoid endless tweaking"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7E9EA"/>
                </a:solidFill>
              </a:defRPr>
            </a:pPr>
            <a:r>
              <a:t>Phase 6: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Get it live: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• Deploy to production (Vercel)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• Connect real services (domain, APIs)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• Test the live URL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• Share with the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i="1">
                <a:solidFill>
                  <a:srgbClr val="1D9BF0"/>
                </a:solidFill>
              </a:defRPr>
            </a:pPr>
            <a:r>
              <a:t>"A deployed app that works beats a perfect local prototype"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7E9EA"/>
                </a:solidFill>
              </a:defRPr>
            </a:pPr>
            <a:r>
              <a:t>Managing Long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Q-System Commands: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/q-begin        → Start session, load context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/q-end          → End session, save progress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/q-checkpoint   → Save mid-session backup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/q-status       → Check current state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q-vibe-coder template: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• vibe-coder-profile.md (your skills)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• project.md (decisions &amp; scope)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• session-log.md (progress tracking)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7E9EA"/>
                </a:solidFill>
              </a:defRPr>
            </a:pPr>
            <a:r>
              <a:t>Professional 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828800"/>
            <a:ext cx="3200400" cy="2743200"/>
          </a:xfrm>
          <a:prstGeom prst="round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10312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7E9EA"/>
                </a:solidFill>
              </a:defRPr>
            </a:pPr>
            <a:r>
              <a:t>GitHub</a:t>
            </a:r>
          </a:p>
          <a:p>
            <a:br/>
            <a:pPr>
              <a:defRPr sz="1800">
                <a:solidFill>
                  <a:srgbClr val="E7E9EA"/>
                </a:solidFill>
              </a:defRPr>
            </a:pPr>
            <a:r>
              <a:t>• Version control</a:t>
            </a:r>
          </a:p>
          <a:p>
            <a:pPr>
              <a:defRPr sz="1800">
                <a:solidFill>
                  <a:srgbClr val="E7E9EA"/>
                </a:solidFill>
              </a:defRPr>
            </a:pPr>
            <a:r>
              <a:t>• Code history</a:t>
            </a:r>
          </a:p>
          <a:p>
            <a:pPr>
              <a:defRPr sz="1800">
                <a:solidFill>
                  <a:srgbClr val="E7E9EA"/>
                </a:solidFill>
              </a:defRPr>
            </a:pPr>
            <a:r>
              <a:t>• 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292608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D9BF0"/>
                </a:solidFill>
              </a:defRPr>
            </a:pPr>
            <a:r>
              <a:t>push 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828800"/>
            <a:ext cx="3200400" cy="2743200"/>
          </a:xfrm>
          <a:prstGeom prst="roundRect">
            <a:avLst/>
          </a:prstGeom>
          <a:solidFill>
            <a:srgbClr val="000000"/>
          </a:solidFill>
          <a:ln>
            <a:solidFill>
              <a:srgbClr val="E7E9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210312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7E9EA"/>
                </a:solidFill>
              </a:defRPr>
            </a:pPr>
            <a:r>
              <a:t>Vercel</a:t>
            </a:r>
          </a:p>
          <a:p>
            <a:br/>
            <a:pPr>
              <a:defRPr sz="1800">
                <a:solidFill>
                  <a:srgbClr val="E7E9EA"/>
                </a:solidFill>
              </a:defRPr>
            </a:pPr>
            <a:r>
              <a:t>• Auto-deploy</a:t>
            </a:r>
          </a:p>
          <a:p>
            <a:pPr>
              <a:defRPr sz="1800">
                <a:solidFill>
                  <a:srgbClr val="E7E9EA"/>
                </a:solidFill>
              </a:defRPr>
            </a:pPr>
            <a:r>
              <a:t>• Live URL</a:t>
            </a:r>
          </a:p>
          <a:p>
            <a:pPr>
              <a:defRPr sz="1800">
                <a:solidFill>
                  <a:srgbClr val="E7E9EA"/>
                </a:solidFill>
              </a:defRPr>
            </a:pPr>
            <a:r>
              <a:t>• Preview builds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1D9BF0"/>
                </a:solidFill>
              </a:defRPr>
            </a:pPr>
            <a:r>
              <a:t>"Same tools the professionals use"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7E9EA"/>
                </a:solidFill>
              </a:defRPr>
            </a:pPr>
            <a:r>
              <a:t>What You'll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By the end of this course: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✓ A fully functional website deployed to production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✓ Your own GitHub repository with clean code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✓ Live Vercel URL you can share with anyone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✓ q-vibe-coder project structure for future builds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Course Format: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• 2 live 1-on-1 sessions (90 min each)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• Hands-on building during each session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400">
                <a:solidFill>
                  <a:srgbClr val="E7E9EA"/>
                </a:solidFill>
              </a:defRPr>
            </a:pPr>
            <a:r>
              <a:t>• Certificate of completion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E7E9EA"/>
                </a:solidFill>
              </a:defRPr>
            </a:pPr>
            <a:r>
              <a:t>Ready to Start?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7E9EA"/>
                </a:solidFill>
              </a:defRPr>
            </a:pPr>
            <a:r>
              <a:t>Prerequisites:</a:t>
            </a:r>
          </a:p>
          <a:p>
            <a:pPr>
              <a:spcBef>
                <a:spcPts val="800"/>
              </a:spcBef>
              <a:defRPr sz="2200">
                <a:solidFill>
                  <a:srgbClr val="E7E9EA"/>
                </a:solidFill>
              </a:defRPr>
            </a:pPr>
            <a:r>
              <a:t>✓ Intro to Claude Code (or equivalent knowledge)</a:t>
            </a:r>
          </a:p>
          <a:p>
            <a:pPr>
              <a:spcBef>
                <a:spcPts val="800"/>
              </a:spcBef>
              <a:defRPr sz="2200">
                <a:solidFill>
                  <a:srgbClr val="E7E9EA"/>
                </a:solidFill>
              </a:defRPr>
            </a:pPr>
            <a:r>
              <a:t>✓ Claude Pro or Max subscription</a:t>
            </a:r>
          </a:p>
          <a:p>
            <a:pPr>
              <a:spcBef>
                <a:spcPts val="800"/>
              </a:spcBef>
              <a:defRPr sz="2200">
                <a:solidFill>
                  <a:srgbClr val="E7E9EA"/>
                </a:solidFill>
              </a:defRPr>
            </a:pPr>
            <a:r>
              <a:t>✓ GitHub account (free)</a:t>
            </a:r>
          </a:p>
          <a:p>
            <a:pPr>
              <a:spcBef>
                <a:spcPts val="800"/>
              </a:spcBef>
              <a:defRPr sz="2200">
                <a:solidFill>
                  <a:srgbClr val="E7E9EA"/>
                </a:solidFill>
              </a:defRPr>
            </a:pPr>
            <a:r>
              <a:t>✓ A project idea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4572000"/>
            <a:ext cx="4876495" cy="914400"/>
          </a:xfrm>
          <a:prstGeom prst="roundRect">
            <a:avLst/>
          </a:prstGeom>
          <a:solidFill>
            <a:srgbClr val="1D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4663440"/>
            <a:ext cx="4876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7E9EA"/>
                </a:solidFill>
              </a:defRPr>
            </a:pPr>
            <a:r>
              <a:t>ENROLL NOW - $249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1767B"/>
                </a:solidFill>
              </a:defRPr>
            </a:pPr>
            <a:r>
              <a:t>Questions? Contact us at PeerLoop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